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Monda Bold" charset="1" panose="02000803000000000000"/>
      <p:regular r:id="rId19"/>
    </p:embeddedFont>
    <p:embeddedFont>
      <p:font typeface="Monda" charset="1" panose="02000503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73278" y="5039691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280483" y="-701623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28277" y="4202883"/>
            <a:ext cx="14831445" cy="1502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28"/>
              </a:lnSpc>
            </a:pPr>
            <a:r>
              <a:rPr lang="en-US" b="true" sz="8734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REV HIRE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73278" y="5039691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280483" y="-701623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94456" y="3413707"/>
            <a:ext cx="11699089" cy="5118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2450" indent="-351225" lvl="1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PROJECT OVERVIEW </a:t>
            </a:r>
          </a:p>
          <a:p>
            <a:pPr algn="l" marL="702450" indent="-351225" lvl="1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PROJECT GOALS</a:t>
            </a:r>
          </a:p>
          <a:p>
            <a:pPr algn="l" marL="702450" indent="-351225" lvl="1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FEATURES</a:t>
            </a:r>
          </a:p>
          <a:p>
            <a:pPr algn="l" marL="702450" indent="-351225" lvl="1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ARCHITECTURE</a:t>
            </a:r>
          </a:p>
          <a:p>
            <a:pPr algn="l" marL="702450" indent="-351225" lvl="1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ERD DIAGRAM</a:t>
            </a:r>
          </a:p>
          <a:p>
            <a:pPr algn="l" marL="702450" indent="-351225" lvl="1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PROJECT SNAPSHOTS </a:t>
            </a:r>
          </a:p>
          <a:p>
            <a:pPr algn="l" marL="702450" indent="-351225" lvl="1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TECHNLOGIES USED </a:t>
            </a:r>
          </a:p>
          <a:p>
            <a:pPr algn="l" marL="702450" indent="-351225" lvl="1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CHALLENGES FACED </a:t>
            </a:r>
          </a:p>
          <a:p>
            <a:pPr algn="l" marL="702450" indent="-351225" lvl="1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69832" y="1223433"/>
            <a:ext cx="12148336" cy="1371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US" b="true" sz="8034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TABLE OF CONTENTS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73278" y="5039691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280483" y="-701623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19079" y="3556263"/>
            <a:ext cx="11699089" cy="5220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5"/>
              </a:lnSpc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RevHire is a job portal application designed to connect job seekers with employers on a single centralized digital platform. The system enables candidates to build professional resumes, explore job opportunities using advanced search filters, and apply seamlessly with a single click. On the employer side, the platform allows efficient job posting, applicant tracking, and recruitment decision-making.</a:t>
            </a:r>
          </a:p>
          <a:p>
            <a:pPr algn="l">
              <a:lnSpc>
                <a:spcPts val="4135"/>
              </a:lnSpc>
            </a:pPr>
          </a:p>
          <a:p>
            <a:pPr algn="l">
              <a:lnSpc>
                <a:spcPts val="4135"/>
              </a:lnSpc>
            </a:pPr>
          </a:p>
          <a:p>
            <a:pPr algn="l">
              <a:lnSpc>
                <a:spcPts val="4135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069832" y="1163895"/>
            <a:ext cx="12148336" cy="1371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US" b="true" sz="8034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PROJECT OVERVIEW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73278" y="5039691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280483" y="-701623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001176" y="901612"/>
            <a:ext cx="9672231" cy="1371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US" b="true" sz="8034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PROJECT GOALS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27566" y="2954154"/>
            <a:ext cx="10032869" cy="5689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55"/>
              </a:lnSpc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The main goal of this project is to build a secure and scalable job portal system that:</a:t>
            </a:r>
          </a:p>
          <a:p>
            <a:pPr algn="just">
              <a:lnSpc>
                <a:spcPts val="4555"/>
              </a:lnSpc>
            </a:pPr>
          </a:p>
          <a:p>
            <a:pPr algn="just" marL="702450" indent="-351225" lvl="1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Simplifies job searching and hiring</a:t>
            </a:r>
          </a:p>
          <a:p>
            <a:pPr algn="just" marL="702450" indent="-351225" lvl="1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Provides structured resume management</a:t>
            </a:r>
          </a:p>
          <a:p>
            <a:pPr algn="just" marL="702450" indent="-351225" lvl="1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Enables role-based access control</a:t>
            </a:r>
          </a:p>
          <a:p>
            <a:pPr algn="just" marL="702450" indent="-351225" lvl="1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Implements secure authentication</a:t>
            </a:r>
          </a:p>
          <a:p>
            <a:pPr algn="just" marL="702450" indent="-351225" lvl="1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M</a:t>
            </a: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aintains application tracking with real-time status updates</a:t>
            </a:r>
          </a:p>
          <a:p>
            <a:pPr algn="just">
              <a:lnSpc>
                <a:spcPts val="455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520888" y="4858796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6" y="0"/>
                </a:moveTo>
                <a:lnTo>
                  <a:pt x="0" y="0"/>
                </a:lnTo>
                <a:lnTo>
                  <a:pt x="0" y="5948931"/>
                </a:lnTo>
                <a:lnTo>
                  <a:pt x="9295206" y="5948931"/>
                </a:lnTo>
                <a:lnTo>
                  <a:pt x="929520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280483" y="-701623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62104" y="1504617"/>
            <a:ext cx="13363791" cy="138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88"/>
              </a:lnSpc>
            </a:pPr>
            <a:r>
              <a:rPr lang="en-US" b="true" sz="8134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EMPLOYER FEATURES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73334" y="3472885"/>
            <a:ext cx="10541331" cy="5220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7682" indent="-318841" lvl="1">
              <a:lnSpc>
                <a:spcPts val="4135"/>
              </a:lnSpc>
              <a:buFont typeface="Arial"/>
              <a:buChar char="•"/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Creating and </a:t>
            </a: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editing job p</a:t>
            </a: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ostings</a:t>
            </a:r>
          </a:p>
          <a:p>
            <a:pPr algn="l" marL="637682" indent="-318841" lvl="1">
              <a:lnSpc>
                <a:spcPts val="4135"/>
              </a:lnSpc>
              <a:buFont typeface="Arial"/>
              <a:buChar char="•"/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Setting</a:t>
            </a: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deadlines and</a:t>
            </a: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salary ranges</a:t>
            </a:r>
          </a:p>
          <a:p>
            <a:pPr algn="l" marL="637682" indent="-318841" lvl="1">
              <a:lnSpc>
                <a:spcPts val="4135"/>
              </a:lnSpc>
              <a:buFont typeface="Arial"/>
              <a:buChar char="•"/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Closing or reopening job listings</a:t>
            </a:r>
          </a:p>
          <a:p>
            <a:pPr algn="l" marL="637682" indent="-318841" lvl="1">
              <a:lnSpc>
                <a:spcPts val="4135"/>
              </a:lnSpc>
              <a:buFont typeface="Arial"/>
              <a:buChar char="•"/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Viewing applicant details including resumes and cover letters</a:t>
            </a:r>
          </a:p>
          <a:p>
            <a:pPr algn="l" marL="637682" indent="-318841" lvl="1">
              <a:lnSpc>
                <a:spcPts val="4135"/>
              </a:lnSpc>
              <a:buFont typeface="Arial"/>
              <a:buChar char="•"/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Updating application statuses</a:t>
            </a:r>
          </a:p>
          <a:p>
            <a:pPr algn="l" marL="637682" indent="-318841" lvl="1">
              <a:lnSpc>
                <a:spcPts val="4135"/>
              </a:lnSpc>
              <a:buFont typeface="Arial"/>
              <a:buChar char="•"/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Filtering candidates based on skills, education, or experience</a:t>
            </a:r>
          </a:p>
          <a:p>
            <a:pPr algn="l" marL="637682" indent="-318841" lvl="1">
              <a:lnSpc>
                <a:spcPts val="4135"/>
              </a:lnSpc>
              <a:buFont typeface="Arial"/>
              <a:buChar char="•"/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Tracking applicant counts per job</a:t>
            </a:r>
          </a:p>
          <a:p>
            <a:pPr algn="l">
              <a:lnSpc>
                <a:spcPts val="413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73278" y="5039691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280483" y="-701623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43480" y="1512872"/>
            <a:ext cx="12801040" cy="1367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US" b="true" sz="8034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JOB SEEKER FEATURES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73334" y="3495989"/>
            <a:ext cx="10541331" cy="5220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7682" indent="-318841" lvl="1">
              <a:lnSpc>
                <a:spcPts val="4135"/>
              </a:lnSpc>
              <a:buFont typeface="Arial"/>
              <a:buChar char="•"/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They can securely register and login.</a:t>
            </a:r>
          </a:p>
          <a:p>
            <a:pPr algn="l" marL="637682" indent="-318841" lvl="1">
              <a:lnSpc>
                <a:spcPts val="4135"/>
              </a:lnSpc>
              <a:buFont typeface="Arial"/>
              <a:buChar char="•"/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They can create and manage their profile.</a:t>
            </a:r>
          </a:p>
          <a:p>
            <a:pPr algn="l" marL="637682" indent="-318841" lvl="1">
              <a:lnSpc>
                <a:spcPts val="4135"/>
              </a:lnSpc>
              <a:buFont typeface="Arial"/>
              <a:buChar char="•"/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They can build a structured textual resume.</a:t>
            </a:r>
          </a:p>
          <a:p>
            <a:pPr algn="l" marL="637682" indent="-318841" lvl="1">
              <a:lnSpc>
                <a:spcPts val="4135"/>
              </a:lnSpc>
              <a:buFont typeface="Arial"/>
              <a:buChar char="•"/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They can also upload a PDF or DOCX resume.</a:t>
            </a:r>
          </a:p>
          <a:p>
            <a:pPr algn="l" marL="637682" indent="-318841" lvl="1">
              <a:lnSpc>
                <a:spcPts val="4135"/>
              </a:lnSpc>
              <a:buFont typeface="Arial"/>
              <a:buChar char="•"/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They can search jobs using advanced filters.</a:t>
            </a:r>
          </a:p>
          <a:p>
            <a:pPr algn="l" marL="637682" indent="-318841" lvl="1">
              <a:lnSpc>
                <a:spcPts val="4135"/>
              </a:lnSpc>
              <a:buFont typeface="Arial"/>
              <a:buChar char="•"/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Apply for jobs with one click.</a:t>
            </a:r>
          </a:p>
          <a:p>
            <a:pPr algn="l" marL="637682" indent="-318841" lvl="1">
              <a:lnSpc>
                <a:spcPts val="4135"/>
              </a:lnSpc>
              <a:buFont typeface="Arial"/>
              <a:buChar char="•"/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Track application status.</a:t>
            </a:r>
          </a:p>
          <a:p>
            <a:pPr algn="l" marL="637682" indent="-318841" lvl="1">
              <a:lnSpc>
                <a:spcPts val="4135"/>
              </a:lnSpc>
              <a:buFont typeface="Arial"/>
              <a:buChar char="•"/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Save jobs to favorites.</a:t>
            </a:r>
          </a:p>
          <a:p>
            <a:pPr algn="l" marL="637682" indent="-318841" lvl="1">
              <a:lnSpc>
                <a:spcPts val="4135"/>
              </a:lnSpc>
              <a:buFont typeface="Arial"/>
              <a:buChar char="•"/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Receive notifications.</a:t>
            </a:r>
          </a:p>
          <a:p>
            <a:pPr algn="l">
              <a:lnSpc>
                <a:spcPts val="4135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1280483" y="-701623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018749" y="1714646"/>
            <a:ext cx="4870720" cy="7306081"/>
          </a:xfrm>
          <a:custGeom>
            <a:avLst/>
            <a:gdLst/>
            <a:ahLst/>
            <a:cxnLst/>
            <a:rect r="r" b="b" t="t" l="l"/>
            <a:pathLst>
              <a:path h="7306081" w="4870720">
                <a:moveTo>
                  <a:pt x="0" y="0"/>
                </a:moveTo>
                <a:lnTo>
                  <a:pt x="4870721" y="0"/>
                </a:lnTo>
                <a:lnTo>
                  <a:pt x="4870721" y="7306080"/>
                </a:lnTo>
                <a:lnTo>
                  <a:pt x="0" y="73060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57259" y="2821086"/>
            <a:ext cx="10541331" cy="5802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1324" indent="-275662" lvl="1">
              <a:lnSpc>
                <a:spcPts val="3575"/>
              </a:lnSpc>
              <a:buFont typeface="Arial"/>
              <a:buChar char="•"/>
            </a:pPr>
            <a:r>
              <a:rPr lang="en-US" sz="25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RevHire is built as a full-stack monolithic application, consisting of:</a:t>
            </a:r>
          </a:p>
          <a:p>
            <a:pPr algn="l" marL="551324" indent="-275662" lvl="1">
              <a:lnSpc>
                <a:spcPts val="3575"/>
              </a:lnSpc>
              <a:buFont typeface="Arial"/>
              <a:buChar char="•"/>
            </a:pPr>
            <a:r>
              <a:rPr lang="en-US" sz="25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Fr</a:t>
            </a:r>
            <a:r>
              <a:rPr lang="en-US" sz="25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ontend: Responsive UI built with Angular</a:t>
            </a:r>
          </a:p>
          <a:p>
            <a:pPr algn="l" marL="551324" indent="-275662" lvl="1">
              <a:lnSpc>
                <a:spcPts val="3575"/>
              </a:lnSpc>
              <a:buFont typeface="Arial"/>
              <a:buChar char="•"/>
            </a:pPr>
            <a:r>
              <a:rPr lang="en-US" sz="25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Backend: RESTful APIs developed using Spring Boot</a:t>
            </a:r>
          </a:p>
          <a:p>
            <a:pPr algn="l" marL="551324" indent="-275662" lvl="1">
              <a:lnSpc>
                <a:spcPts val="3575"/>
              </a:lnSpc>
              <a:buFont typeface="Arial"/>
              <a:buChar char="•"/>
            </a:pPr>
            <a:r>
              <a:rPr lang="en-US" sz="25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Database: Relational database (MySQL) for structured data storage</a:t>
            </a:r>
          </a:p>
          <a:p>
            <a:pPr algn="l" marL="551324" indent="-275662" lvl="1">
              <a:lnSpc>
                <a:spcPts val="3575"/>
              </a:lnSpc>
              <a:buFont typeface="Arial"/>
              <a:buChar char="•"/>
            </a:pPr>
            <a:r>
              <a:rPr lang="en-US" sz="25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Security: Role-based authentication and authorization (JWT-based)</a:t>
            </a:r>
          </a:p>
          <a:p>
            <a:pPr algn="l" marL="551324" indent="-275662" lvl="1">
              <a:lnSpc>
                <a:spcPts val="3575"/>
              </a:lnSpc>
              <a:buFont typeface="Arial"/>
              <a:buChar char="•"/>
            </a:pPr>
            <a:r>
              <a:rPr lang="en-US" sz="25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Deployment: Web-based deployment (Localhost/Cloud-ready)</a:t>
            </a:r>
          </a:p>
          <a:p>
            <a:pPr algn="l" marL="551324" indent="-275662" lvl="1">
              <a:lnSpc>
                <a:spcPts val="3575"/>
              </a:lnSpc>
              <a:buFont typeface="Arial"/>
              <a:buChar char="•"/>
            </a:pPr>
            <a:r>
              <a:rPr lang="en-US" sz="25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All modules (authentication, job management, resume handling, notifications) are integrated into a single deployable backend service.</a:t>
            </a:r>
          </a:p>
          <a:p>
            <a:pPr algn="l">
              <a:lnSpc>
                <a:spcPts val="3575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307884" y="343414"/>
            <a:ext cx="9672231" cy="1371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US" b="true" sz="8034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ARCHITECTURE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565908" y="5143500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6" y="0"/>
                </a:moveTo>
                <a:lnTo>
                  <a:pt x="0" y="0"/>
                </a:lnTo>
                <a:lnTo>
                  <a:pt x="0" y="5948931"/>
                </a:lnTo>
                <a:lnTo>
                  <a:pt x="9295206" y="5948931"/>
                </a:lnTo>
                <a:lnTo>
                  <a:pt x="929520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280483" y="-701623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302167" y="1920183"/>
            <a:ext cx="7748926" cy="8203590"/>
          </a:xfrm>
          <a:custGeom>
            <a:avLst/>
            <a:gdLst/>
            <a:ahLst/>
            <a:cxnLst/>
            <a:rect r="r" b="b" t="t" l="l"/>
            <a:pathLst>
              <a:path h="8203590" w="7748926">
                <a:moveTo>
                  <a:pt x="0" y="0"/>
                </a:moveTo>
                <a:lnTo>
                  <a:pt x="7748925" y="0"/>
                </a:lnTo>
                <a:lnTo>
                  <a:pt x="7748925" y="8203590"/>
                </a:lnTo>
                <a:lnTo>
                  <a:pt x="0" y="82035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1" t="-95" r="0" b="-9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117185" y="446908"/>
            <a:ext cx="9672231" cy="2794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US" b="true" sz="8034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ERD DIAGRAM</a:t>
            </a:r>
          </a:p>
          <a:p>
            <a:pPr algn="ctr">
              <a:lnSpc>
                <a:spcPts val="11248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73278" y="5039691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280483" y="-701623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612486" y="2538435"/>
            <a:ext cx="3488297" cy="3161141"/>
          </a:xfrm>
          <a:custGeom>
            <a:avLst/>
            <a:gdLst/>
            <a:ahLst/>
            <a:cxnLst/>
            <a:rect r="r" b="b" t="t" l="l"/>
            <a:pathLst>
              <a:path h="3161141" w="3488297">
                <a:moveTo>
                  <a:pt x="0" y="0"/>
                </a:moveTo>
                <a:lnTo>
                  <a:pt x="3488297" y="0"/>
                </a:lnTo>
                <a:lnTo>
                  <a:pt x="3488297" y="3161141"/>
                </a:lnTo>
                <a:lnTo>
                  <a:pt x="0" y="31611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4178" t="-10349" r="-44178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765477" y="2425176"/>
            <a:ext cx="3274400" cy="3274400"/>
          </a:xfrm>
          <a:custGeom>
            <a:avLst/>
            <a:gdLst/>
            <a:ahLst/>
            <a:cxnLst/>
            <a:rect r="r" b="b" t="t" l="l"/>
            <a:pathLst>
              <a:path h="3274400" w="3274400">
                <a:moveTo>
                  <a:pt x="0" y="0"/>
                </a:moveTo>
                <a:lnTo>
                  <a:pt x="3274399" y="0"/>
                </a:lnTo>
                <a:lnTo>
                  <a:pt x="3274399" y="3274400"/>
                </a:lnTo>
                <a:lnTo>
                  <a:pt x="0" y="32744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26187" t="-20469" r="-128341" b="-67873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579726" y="6399494"/>
            <a:ext cx="4685555" cy="2308556"/>
          </a:xfrm>
          <a:custGeom>
            <a:avLst/>
            <a:gdLst/>
            <a:ahLst/>
            <a:cxnLst/>
            <a:rect r="r" b="b" t="t" l="l"/>
            <a:pathLst>
              <a:path h="2308556" w="4685555">
                <a:moveTo>
                  <a:pt x="0" y="0"/>
                </a:moveTo>
                <a:lnTo>
                  <a:pt x="4685555" y="0"/>
                </a:lnTo>
                <a:lnTo>
                  <a:pt x="4685555" y="2308557"/>
                </a:lnTo>
                <a:lnTo>
                  <a:pt x="0" y="230855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28" t="-10172" r="-1848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71740" y="885825"/>
            <a:ext cx="15544520" cy="130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88"/>
              </a:lnSpc>
            </a:pPr>
            <a:r>
              <a:rPr lang="en-US" b="true" sz="7634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PROJECT SNAPSHOTS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528092" y="6399494"/>
            <a:ext cx="5749170" cy="2785401"/>
          </a:xfrm>
          <a:custGeom>
            <a:avLst/>
            <a:gdLst/>
            <a:ahLst/>
            <a:cxnLst/>
            <a:rect r="r" b="b" t="t" l="l"/>
            <a:pathLst>
              <a:path h="2785401" w="5749170">
                <a:moveTo>
                  <a:pt x="0" y="0"/>
                </a:moveTo>
                <a:lnTo>
                  <a:pt x="5749169" y="0"/>
                </a:lnTo>
                <a:lnTo>
                  <a:pt x="5749169" y="2785402"/>
                </a:lnTo>
                <a:lnTo>
                  <a:pt x="0" y="27854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58" t="-9935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73278" y="5039691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280483" y="-701623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68292" y="1511028"/>
            <a:ext cx="12951416" cy="1371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US" b="true" sz="8034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TECHNOLOGIES USED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88234" y="3353406"/>
            <a:ext cx="3868539" cy="466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41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           Frontend</a:t>
            </a:r>
          </a:p>
          <a:p>
            <a:pPr algn="l">
              <a:lnSpc>
                <a:spcPts val="3378"/>
              </a:lnSpc>
            </a:pPr>
          </a:p>
          <a:p>
            <a:pPr algn="l" marL="521006" indent="-260503" lvl="1">
              <a:lnSpc>
                <a:spcPts val="3378"/>
              </a:lnSpc>
              <a:buFont typeface="Arial"/>
              <a:buChar char="•"/>
            </a:pPr>
            <a:r>
              <a:rPr lang="en-US" sz="241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Angular – Component-based UI development</a:t>
            </a:r>
          </a:p>
          <a:p>
            <a:pPr algn="l" marL="521006" indent="-260503" lvl="1">
              <a:lnSpc>
                <a:spcPts val="3378"/>
              </a:lnSpc>
              <a:buFont typeface="Arial"/>
              <a:buChar char="•"/>
            </a:pPr>
            <a:r>
              <a:rPr lang="en-US" sz="241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TypeScript – Strongly typed scripting language</a:t>
            </a:r>
          </a:p>
          <a:p>
            <a:pPr algn="l" marL="521006" indent="-260503" lvl="1">
              <a:lnSpc>
                <a:spcPts val="3378"/>
              </a:lnSpc>
              <a:buFont typeface="Arial"/>
              <a:buChar char="•"/>
            </a:pPr>
            <a:r>
              <a:rPr lang="en-US" sz="241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HTML5 &amp;  Bootstrap  for user interface</a:t>
            </a:r>
          </a:p>
          <a:p>
            <a:pPr algn="l" marL="521006" indent="-260503" lvl="1">
              <a:lnSpc>
                <a:spcPts val="3378"/>
              </a:lnSpc>
              <a:buFont typeface="Arial"/>
              <a:buChar char="•"/>
            </a:pPr>
            <a:r>
              <a:rPr lang="en-US" sz="241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Axios for  REST API integration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11867" y="3353406"/>
            <a:ext cx="3464267" cy="4368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5"/>
              </a:lnSpc>
            </a:pPr>
            <a:r>
              <a:rPr lang="en-US" sz="2161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            Backend</a:t>
            </a:r>
          </a:p>
          <a:p>
            <a:pPr algn="l">
              <a:lnSpc>
                <a:spcPts val="3025"/>
              </a:lnSpc>
            </a:pPr>
          </a:p>
          <a:p>
            <a:pPr algn="l" marL="466560" indent="-233280" lvl="1">
              <a:lnSpc>
                <a:spcPts val="3025"/>
              </a:lnSpc>
              <a:buFont typeface="Arial"/>
              <a:buChar char="•"/>
            </a:pPr>
            <a:r>
              <a:rPr lang="en-US" sz="2161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Spri</a:t>
            </a:r>
            <a:r>
              <a:rPr lang="en-US" sz="2161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ng Boot – RESTful API development &amp; business logic</a:t>
            </a:r>
          </a:p>
          <a:p>
            <a:pPr algn="l" marL="466560" indent="-233280" lvl="1">
              <a:lnSpc>
                <a:spcPts val="3025"/>
              </a:lnSpc>
              <a:buFont typeface="Arial"/>
              <a:buChar char="•"/>
            </a:pPr>
            <a:r>
              <a:rPr lang="en-US" sz="2161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Spring Security – Authentication &amp; role-based authorization</a:t>
            </a:r>
          </a:p>
          <a:p>
            <a:pPr algn="l" marL="466560" indent="-233280" lvl="1">
              <a:lnSpc>
                <a:spcPts val="3025"/>
              </a:lnSpc>
              <a:buFont typeface="Arial"/>
              <a:buChar char="•"/>
            </a:pPr>
            <a:r>
              <a:rPr lang="en-US" sz="2161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JWT authentication</a:t>
            </a:r>
          </a:p>
          <a:p>
            <a:pPr algn="l" marL="466560" indent="-233280" lvl="1">
              <a:lnSpc>
                <a:spcPts val="3025"/>
              </a:lnSpc>
              <a:buFont typeface="Arial"/>
              <a:buChar char="•"/>
            </a:pPr>
            <a:r>
              <a:rPr lang="en-US" sz="2161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Maven – Dependency management</a:t>
            </a:r>
          </a:p>
          <a:p>
            <a:pPr algn="l">
              <a:lnSpc>
                <a:spcPts val="139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456614" y="3353406"/>
            <a:ext cx="3464267" cy="2846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5"/>
              </a:lnSpc>
            </a:pPr>
            <a:r>
              <a:rPr lang="en-US" sz="2161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           Database</a:t>
            </a:r>
          </a:p>
          <a:p>
            <a:pPr algn="l">
              <a:lnSpc>
                <a:spcPts val="3025"/>
              </a:lnSpc>
            </a:pPr>
          </a:p>
          <a:p>
            <a:pPr algn="l" marL="466560" indent="-233280" lvl="1">
              <a:lnSpc>
                <a:spcPts val="3025"/>
              </a:lnSpc>
              <a:buFont typeface="Arial"/>
              <a:buChar char="•"/>
            </a:pPr>
            <a:r>
              <a:rPr lang="en-US" sz="2161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MySQL</a:t>
            </a:r>
            <a:r>
              <a:rPr lang="en-US" sz="2161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– Relational database management</a:t>
            </a:r>
          </a:p>
          <a:p>
            <a:pPr algn="l" marL="466560" indent="-233280" lvl="1">
              <a:lnSpc>
                <a:spcPts val="3025"/>
              </a:lnSpc>
              <a:buFont typeface="Arial"/>
              <a:buChar char="•"/>
            </a:pPr>
            <a:r>
              <a:rPr lang="en-US" sz="2161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JPA / Hibernate – ORM for entity mapping and database operations</a:t>
            </a:r>
          </a:p>
          <a:p>
            <a:pPr algn="l">
              <a:lnSpc>
                <a:spcPts val="1391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73278" y="5039691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280483" y="-701623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52989" y="1265100"/>
            <a:ext cx="11382022" cy="1301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89"/>
              </a:lnSpc>
            </a:pPr>
            <a:r>
              <a:rPr lang="en-US" b="true" sz="7635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CHALLENGES FACED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67800" y="3862218"/>
            <a:ext cx="11699089" cy="3125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5"/>
              </a:lnSpc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During development, I faced challenges such as:</a:t>
            </a:r>
          </a:p>
          <a:p>
            <a:pPr algn="l" marL="637682" indent="-318841" lvl="1">
              <a:lnSpc>
                <a:spcPts val="4135"/>
              </a:lnSpc>
              <a:buFont typeface="Arial"/>
              <a:buChar char="•"/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Handling role-based authorization correctly</a:t>
            </a:r>
          </a:p>
          <a:p>
            <a:pPr algn="l" marL="637682" indent="-318841" lvl="1">
              <a:lnSpc>
                <a:spcPts val="4135"/>
              </a:lnSpc>
              <a:buFont typeface="Arial"/>
              <a:buChar char="•"/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Managing complex entity relationships</a:t>
            </a:r>
          </a:p>
          <a:p>
            <a:pPr algn="l" marL="637682" indent="-318841" lvl="1">
              <a:lnSpc>
                <a:spcPts val="4135"/>
              </a:lnSpc>
              <a:buFont typeface="Arial"/>
              <a:buChar char="•"/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Implementing dynamic search filters</a:t>
            </a:r>
          </a:p>
          <a:p>
            <a:pPr algn="l" marL="637682" indent="-318841" lvl="1">
              <a:lnSpc>
                <a:spcPts val="4135"/>
              </a:lnSpc>
              <a:buFont typeface="Arial"/>
              <a:buChar char="•"/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Handling file upload validation</a:t>
            </a:r>
          </a:p>
          <a:p>
            <a:pPr algn="l">
              <a:lnSpc>
                <a:spcPts val="4135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73278" y="5039691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280483" y="-701623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307884" y="901612"/>
            <a:ext cx="9672231" cy="1371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US" b="true" sz="8034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02327" y="3132170"/>
            <a:ext cx="11699089" cy="4697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5"/>
              </a:lnSpc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To conclude,RevHire is a fully functional job portal application that provides end-to-end recruitment workflow for both job seekers and employers.It demonstrates full-stack development skills including backend logic, database design, security, and user interface design.</a:t>
            </a:r>
          </a:p>
          <a:p>
            <a:pPr algn="l">
              <a:lnSpc>
                <a:spcPts val="4135"/>
              </a:lnSpc>
            </a:pPr>
            <a:r>
              <a:rPr lang="en-US" sz="29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In the future, this application can be enhanced with features like email notifications, AI-based resume scoring, and interview scheduling.</a:t>
            </a:r>
          </a:p>
          <a:p>
            <a:pPr algn="l">
              <a:lnSpc>
                <a:spcPts val="4135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73278" y="5039691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280483" y="-701623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43480" y="4136923"/>
            <a:ext cx="12801040" cy="181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87"/>
              </a:lnSpc>
            </a:pPr>
            <a:r>
              <a:rPr lang="en-US" b="true" sz="10634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DAG_6nyVoDY</dc:identifier>
  <dcterms:modified xsi:type="dcterms:W3CDTF">2011-08-01T06:04:30Z</dcterms:modified>
  <cp:revision>1</cp:revision>
  <dc:title>By Yash Savle</dc:title>
</cp:coreProperties>
</file>